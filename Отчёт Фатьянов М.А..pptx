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554D7C3-7C21-4DBA-BEFB-22E99FFFE48B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C39ECB5-18EC-4632-8CA2-6BD3A469B491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088376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4D7C3-7C21-4DBA-BEFB-22E99FFFE48B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9ECB5-18EC-4632-8CA2-6BD3A469B4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7608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554D7C3-7C21-4DBA-BEFB-22E99FFFE48B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39ECB5-18EC-4632-8CA2-6BD3A469B491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534655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4D7C3-7C21-4DBA-BEFB-22E99FFFE48B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9ECB5-18EC-4632-8CA2-6BD3A469B4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4566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4D7C3-7C21-4DBA-BEFB-22E99FFFE48B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9ECB5-18EC-4632-8CA2-6BD3A469B4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612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4D7C3-7C21-4DBA-BEFB-22E99FFFE48B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9ECB5-18EC-4632-8CA2-6BD3A469B4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5207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4D7C3-7C21-4DBA-BEFB-22E99FFFE48B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9ECB5-18EC-4632-8CA2-6BD3A469B4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718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554D7C3-7C21-4DBA-BEFB-22E99FFFE48B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39ECB5-18EC-4632-8CA2-6BD3A469B491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13621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554D7C3-7C21-4DBA-BEFB-22E99FFFE48B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39ECB5-18EC-4632-8CA2-6BD3A469B491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50104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4D7C3-7C21-4DBA-BEFB-22E99FFFE48B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9ECB5-18EC-4632-8CA2-6BD3A469B4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0958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4D7C3-7C21-4DBA-BEFB-22E99FFFE48B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9ECB5-18EC-4632-8CA2-6BD3A469B4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3373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9554D7C3-7C21-4DBA-BEFB-22E99FFFE48B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0C39ECB5-18EC-4632-8CA2-6BD3A469B491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38397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owuu/-IT--/blob/c1b55db8c1d349bebf3e2e3440865264771ce739/%D0%92%D0%A1%D0%A0%201.1.pd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owuu/-IT--/blob/c1b55db8c1d349bebf3e2e3440865264771ce739/%D0%A4%D0%B0%D1%82%D1%8C%D1%8F%D0%BD%D0%BE%D0%B2%20%D0%9C.%D0%90.%20%D0%92%D0%A1%D0%A0%202.1.pdf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owuu/-IT--/blob/c1b55db8c1d349bebf3e2e3440865264771ce739/%D0%A4%D0%B0%D1%82%D1%8C%D1%8F%D0%BD%D0%BE%D0%B2%20%D0%9C.%D0%90.%20%D0%92%D0%A1%D0%A0%204.1.pdf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owuu/-IT--/blob/c1b55db8c1d349bebf3e2e3440865264771ce739/%D0%A4%D0%B0%D1%82%D1%8C%D1%8F%D0%BD%D0%BE%D0%B2%20%D0%9C.%D0%90.%20%D0%98%D0%A1%D0%A0%201.1.pdf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owuu/-IT--/blob/c1b55db8c1d349bebf3e2e3440865264771ce739/%D0%A4%D0%B0%D1%82%D1%8C%D1%8F%D0%BD%D0%BE%D0%B2%20%D0%9C.%D0%90.%20%D0%98%D0%A1%D0%A0%201.2..png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owuu/-IT--/blob/c1b55db8c1d349bebf3e2e3440865264771ce739/%D0%A4%D0%B0%D1%82%D1%8C%D1%8F%D0%BD%D0%BE%D0%B2%20%D0%9C.%D0%90.%20%D0%98%D0%A1%D0%A0%202.1.pdf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owuu/-IT--/blob/c1b55db8c1d349bebf3e2e3440865264771ce739/%D0%A4%D0%B0%D1%82%D1%8C%D1%8F%D0%BD%D0%BE%D0%B2%20%D0%9C.%D0%90.%20%D0%98%D0%A1%D0%A0%202.2.pdf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owuu/-IT--/blob/c1b55db8c1d349bebf3e2e3440865264771ce739/%D0%A4%D0%B0%D1%82%D1%8C%D1%8F%D0%BD%D0%BE%D0%B2%20%D0%9C.%D0%90.%20%D0%98%D0%A1%D0%A0%203.1.pdf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owuu/-IT--/blob/c1b55db8c1d349bebf3e2e3440865264771ce739/%D0%A4%D0%B0%D1%82%D1%8C%D1%8F%D0%BD%D0%BE%D0%B2%20%D0%9C.%D0%90.%20%D0%98%D0%A1%D0%A0%203.2.pdf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Управление </a:t>
            </a:r>
            <a:r>
              <a:rPr lang="en-US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ru-RU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проектами для корпоративного электронного обучения</a:t>
            </a:r>
            <a:endParaRPr lang="ru-RU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679905" y="5506404"/>
            <a:ext cx="6831673" cy="1086237"/>
          </a:xfrm>
        </p:spPr>
        <p:txBody>
          <a:bodyPr/>
          <a:lstStyle/>
          <a:p>
            <a:r>
              <a:rPr lang="ru-RU" dirty="0" smtClean="0"/>
              <a:t>Фатьянов М.А.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3132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Анализ современных инструментов для быстрого </a:t>
            </a:r>
            <a:r>
              <a:rPr lang="ru-RU" dirty="0" err="1"/>
              <a:t>прототипирования</a:t>
            </a:r>
            <a:r>
              <a:rPr lang="ru-RU" dirty="0"/>
              <a:t> интерфейсов ИТ-продуктов. Создание презентации по наиболее эффективному инструменту из проанализированных решений. Публичное выступление.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https://github.com/Cowuu/-IT--/blob/c1b55db8c1d349bebf3e2e3440865264771ce739/%</a:t>
            </a:r>
            <a:r>
              <a:rPr lang="en-US" dirty="0" smtClean="0">
                <a:hlinkClick r:id="rId2"/>
              </a:rPr>
              <a:t>D0%92%D0%A1%D0%A0%201.1.pdf</a:t>
            </a: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3750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Создание прототипа технического задания ИТ-продукта. По результатам создать отчет в </a:t>
            </a:r>
            <a:r>
              <a:rPr lang="ru-RU" dirty="0" err="1"/>
              <a:t>репозитории</a:t>
            </a:r>
            <a:r>
              <a:rPr lang="ru-RU" dirty="0"/>
              <a:t> </a:t>
            </a:r>
            <a:r>
              <a:rPr lang="ru-RU" dirty="0" err="1"/>
              <a:t>GitHub</a:t>
            </a:r>
            <a:r>
              <a:rPr lang="ru-RU" dirty="0"/>
              <a:t>, оформить его с использованием разметки </a:t>
            </a:r>
            <a:r>
              <a:rPr lang="ru-RU" dirty="0" err="1"/>
              <a:t>Markdown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://github.com/Cowuu/-IT--/blob/c1b55db8c1d349bebf3e2e3440865264771ce739/%D0%A4%D0%B0%D1%82%D1%8C%D1%8F%D0%BD%D0%BE%D0%B2%20%D0%9C.%D0%90.%</a:t>
            </a:r>
            <a:r>
              <a:rPr lang="en-US" dirty="0" smtClean="0">
                <a:hlinkClick r:id="rId2"/>
              </a:rPr>
              <a:t>20%D0%92%D0%A1%D0%A0%202.1.pdf</a:t>
            </a: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234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Анализ одной методологии разработки программных ИТ-продуктов для корпоративного обучения и создание презентации с её кратким описанием. Публичное представление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https://github.com/Cowuu/-IT--/blob/c1b55db8c1d349bebf3e2e3440865264771ce739/%D0%A4%D0%B0%D1%82%D1%8C%D1%8F%D0%BD%D0%BE%D0%B2%20%D0%9C.%D0%90.%</a:t>
            </a:r>
            <a:r>
              <a:rPr lang="en-US" dirty="0" smtClean="0">
                <a:hlinkClick r:id="rId2"/>
              </a:rPr>
              <a:t>20%D0%92%D0%A1%D0%A0%204.1.pdf</a:t>
            </a: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5847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1. Создать </a:t>
            </a:r>
            <a:r>
              <a:rPr lang="ru-RU" dirty="0" err="1"/>
              <a:t>репозиторий</a:t>
            </a:r>
            <a:r>
              <a:rPr lang="ru-RU" dirty="0"/>
              <a:t> в системе контроля версий </a:t>
            </a:r>
            <a:r>
              <a:rPr lang="ru-RU" dirty="0" err="1"/>
              <a:t>Git</a:t>
            </a:r>
            <a:r>
              <a:rPr lang="ru-RU" dirty="0"/>
              <a:t> (на сайте </a:t>
            </a:r>
            <a:r>
              <a:rPr lang="ru-RU" dirty="0" err="1"/>
              <a:t>GitHub</a:t>
            </a:r>
            <a:r>
              <a:rPr lang="ru-RU" dirty="0"/>
              <a:t>) и выполнить базовый набор действий по работе с ним: выполнить операцию </a:t>
            </a:r>
            <a:r>
              <a:rPr lang="ru-RU" dirty="0" err="1"/>
              <a:t>commit</a:t>
            </a:r>
            <a:r>
              <a:rPr lang="ru-RU" dirty="0"/>
              <a:t>, создать ветку, выполнить клонирование </a:t>
            </a:r>
            <a:r>
              <a:rPr lang="ru-RU" dirty="0" err="1"/>
              <a:t>репозитория</a:t>
            </a:r>
            <a:r>
              <a:rPr lang="ru-RU" dirty="0"/>
              <a:t>, выполнить слияние двух веток. Создание отчета-</a:t>
            </a:r>
            <a:r>
              <a:rPr lang="ru-RU" dirty="0" err="1"/>
              <a:t>репозитория</a:t>
            </a:r>
            <a:r>
              <a:rPr lang="ru-RU" dirty="0"/>
              <a:t> о проделанной работе в </a:t>
            </a:r>
            <a:r>
              <a:rPr lang="ru-RU" dirty="0" err="1"/>
              <a:t>GitHub</a:t>
            </a:r>
            <a:r>
              <a:rPr lang="ru-RU" dirty="0"/>
              <a:t>, оформление с использованием разметки </a:t>
            </a:r>
            <a:r>
              <a:rPr lang="ru-RU" dirty="0" err="1"/>
              <a:t>Markdown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https://github.com/Cowuu/-IT--/blob/c1b55db8c1d349bebf3e2e3440865264771ce739/%D0%A4%D0%B0%D1%82%D1%8C%D1%8F%D0%BD%D0%BE%D0%B2%20%D0%9C.%D0%90.%</a:t>
            </a:r>
            <a:r>
              <a:rPr lang="en-US" dirty="0" smtClean="0">
                <a:hlinkClick r:id="rId2"/>
              </a:rPr>
              <a:t>20%D0%98%D0%A1%D0%A0%201.1.pdf</a:t>
            </a: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1402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Создание диаграммы </a:t>
            </a:r>
            <a:r>
              <a:rPr lang="ru-RU" dirty="0" err="1"/>
              <a:t>Ганта</a:t>
            </a:r>
            <a:r>
              <a:rPr lang="ru-RU" dirty="0"/>
              <a:t> для организации проектной деятельности по разработке компонента образовательной среды для образовательного учреждения и анализ потенциальных рисков. Создание отчета-</a:t>
            </a:r>
            <a:r>
              <a:rPr lang="ru-RU" dirty="0" err="1"/>
              <a:t>репозитория</a:t>
            </a:r>
            <a:r>
              <a:rPr lang="ru-RU" dirty="0"/>
              <a:t> в </a:t>
            </a:r>
            <a:r>
              <a:rPr lang="ru-RU" dirty="0" err="1"/>
              <a:t>GitHub</a:t>
            </a:r>
            <a:r>
              <a:rPr lang="ru-RU" dirty="0"/>
              <a:t>, оформление с использованием разметки </a:t>
            </a:r>
            <a:r>
              <a:rPr lang="ru-RU" dirty="0" err="1"/>
              <a:t>Markdown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https://github.com/</a:t>
            </a:r>
            <a:r>
              <a:rPr lang="en-US" dirty="0" err="1">
                <a:hlinkClick r:id="rId2"/>
              </a:rPr>
              <a:t>Cowuu</a:t>
            </a:r>
            <a:r>
              <a:rPr lang="en-US" dirty="0">
                <a:hlinkClick r:id="rId2"/>
              </a:rPr>
              <a:t>/-IT--/blob/c1b55db8c1d349bebf3e2e3440865264771ce739/%D0%A4%D0%B0%D1%82%D1%8C%D1%8F%D0%BD%D0%BE%D0%B2%20%D0%9C.%D0%90.%20%D0%98%D0%A1%D0%A0%201.2..</a:t>
            </a:r>
            <a:r>
              <a:rPr lang="en-US" dirty="0" smtClean="0">
                <a:hlinkClick r:id="rId2"/>
              </a:rPr>
              <a:t>png</a:t>
            </a: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3632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Создание дизайн-макета IT-продукта для компонента образовательной среды (или электронного образовательного ресурса) или собственного продукта, согласованного с преподавателем.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https://github.com/Cowuu/-IT--/blob/c1b55db8c1d349bebf3e2e3440865264771ce739/%D0%A4%D0%B0%D1%82%D1%8C%D1%8F%D0%BD%D0%BE%D0%B2%20%D0%9C.%D0%90.%</a:t>
            </a:r>
            <a:r>
              <a:rPr lang="en-US" dirty="0" smtClean="0">
                <a:hlinkClick r:id="rId2"/>
              </a:rPr>
              <a:t>20%D0%98%D0%A1%D0%A0%202.1.pdf</a:t>
            </a: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4821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Создание презентации-глоссария на тему «Гибкая методология SCRUM в образовательном процессе» средствами веб-технологий HTML, CSS, JS (</a:t>
            </a:r>
            <a:r>
              <a:rPr lang="ru-RU" dirty="0" err="1"/>
              <a:t>Web</a:t>
            </a:r>
            <a:r>
              <a:rPr lang="ru-RU" dirty="0"/>
              <a:t>- </a:t>
            </a:r>
            <a:r>
              <a:rPr lang="ru-RU" dirty="0" err="1"/>
              <a:t>based</a:t>
            </a:r>
            <a:r>
              <a:rPr lang="ru-RU" dirty="0"/>
              <a:t> </a:t>
            </a:r>
            <a:r>
              <a:rPr lang="ru-RU" dirty="0" err="1"/>
              <a:t>slideshow</a:t>
            </a:r>
            <a:r>
              <a:rPr lang="ru-RU" dirty="0"/>
              <a:t>) и оформление его в виде веб-сайта с использованием сервиса </a:t>
            </a:r>
            <a:r>
              <a:rPr lang="ru-RU" dirty="0" err="1"/>
              <a:t>GitHub</a:t>
            </a:r>
            <a:r>
              <a:rPr lang="ru-RU" dirty="0"/>
              <a:t> </a:t>
            </a:r>
            <a:r>
              <a:rPr lang="ru-RU" dirty="0" err="1"/>
              <a:t>Pages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https://github.com/Cowuu/-IT--/blob/c1b55db8c1d349bebf3e2e3440865264771ce739/%D0%A4%D0%B0%D1%82%D1%8C%D1%8F%D0%BD%D0%BE%D0%B2%20%D0%9C.%D0%90.%</a:t>
            </a:r>
            <a:r>
              <a:rPr lang="en-US" dirty="0" smtClean="0">
                <a:hlinkClick r:id="rId2"/>
              </a:rPr>
              <a:t>20%D0%98%D0%A1%D0%A0%202.2.pdf</a:t>
            </a: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6014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Организация и проведение </a:t>
            </a:r>
            <a:r>
              <a:rPr lang="ru-RU" dirty="0" err="1"/>
              <a:t>юзабилити</a:t>
            </a:r>
            <a:r>
              <a:rPr lang="ru-RU" dirty="0"/>
              <a:t>-тестирования компонента образовательной среды образовательного учреждения и создание отчета о его результатах (в виде презентации или текстового документа) в </a:t>
            </a:r>
            <a:r>
              <a:rPr lang="ru-RU" dirty="0" err="1"/>
              <a:t>GitHub</a:t>
            </a:r>
            <a:r>
              <a:rPr lang="ru-RU" dirty="0"/>
              <a:t>, оформление с использованием разметки </a:t>
            </a:r>
            <a:r>
              <a:rPr lang="ru-RU" dirty="0" err="1"/>
              <a:t>Markdown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https://github.com/Cowuu/-IT--/blob/c1b55db8c1d349bebf3e2e3440865264771ce739/%D0%A4%D0%B0%D1%82%D1%8C%D1%8F%D0%BD%D0%BE%D0%B2%20%D0%9C.%D0%90.%</a:t>
            </a:r>
            <a:r>
              <a:rPr lang="en-US" dirty="0" smtClean="0">
                <a:hlinkClick r:id="rId2"/>
              </a:rPr>
              <a:t>20%D0%98%D0%A1%D0%A0%203.1.pdf</a:t>
            </a: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6720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Проведение </a:t>
            </a:r>
            <a:r>
              <a:rPr lang="ru-RU" dirty="0" err="1"/>
              <a:t>юзабилити</a:t>
            </a:r>
            <a:r>
              <a:rPr lang="ru-RU" dirty="0"/>
              <a:t>-тестирования с использованием шкалы "</a:t>
            </a:r>
            <a:r>
              <a:rPr lang="ru-RU" dirty="0" err="1"/>
              <a:t>System</a:t>
            </a:r>
            <a:r>
              <a:rPr lang="ru-RU" dirty="0"/>
              <a:t> </a:t>
            </a:r>
            <a:r>
              <a:rPr lang="ru-RU" dirty="0" err="1"/>
              <a:t>Usability</a:t>
            </a:r>
            <a:r>
              <a:rPr lang="ru-RU" dirty="0"/>
              <a:t> </a:t>
            </a:r>
            <a:r>
              <a:rPr lang="ru-RU" dirty="0" err="1"/>
              <a:t>Scale</a:t>
            </a:r>
            <a:r>
              <a:rPr lang="ru-RU" dirty="0"/>
              <a:t>" образовательного IT-продукта. Написание отчета по результатам тестирования в </a:t>
            </a:r>
            <a:r>
              <a:rPr lang="ru-RU" dirty="0" err="1"/>
              <a:t>GitHub</a:t>
            </a:r>
            <a:r>
              <a:rPr lang="ru-RU" dirty="0"/>
              <a:t>, оформление с использованием разметки </a:t>
            </a:r>
            <a:r>
              <a:rPr lang="ru-RU" dirty="0" err="1"/>
              <a:t>markdown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https://github.com/Cowuu/-IT--/blob/c1b55db8c1d349bebf3e2e3440865264771ce739/%D0%A4%D0%B0%D1%82%D1%8C%D1%8F%D0%BD%D0%BE%D0%B2%20%D0%9C.%D0%90.%</a:t>
            </a:r>
            <a:r>
              <a:rPr lang="en-US" dirty="0" smtClean="0">
                <a:hlinkClick r:id="rId2"/>
              </a:rPr>
              <a:t>20%D0%98%D0%A1%D0%A0%203.2.pdf</a:t>
            </a: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756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6600" dirty="0" smtClean="0"/>
              <a:t>Спасибо за внимание!</a:t>
            </a:r>
            <a:endParaRPr lang="ru-RU" sz="6600" dirty="0"/>
          </a:p>
        </p:txBody>
      </p:sp>
    </p:spTree>
    <p:extLst>
      <p:ext uri="{BB962C8B-B14F-4D97-AF65-F5344CB8AC3E}">
        <p14:creationId xmlns:p14="http://schemas.microsoft.com/office/powerpoint/2010/main" val="3575500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18</TotalTime>
  <Words>394</Words>
  <Application>Microsoft Office PowerPoint</Application>
  <PresentationFormat>Широкоэкранный</PresentationFormat>
  <Paragraphs>21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Franklin Gothic Book</vt:lpstr>
      <vt:lpstr>Crop</vt:lpstr>
      <vt:lpstr>Управление it проектами для корпоративного электронного обучения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Управление it проектами для корпоративного электронного обучения</dc:title>
  <dc:creator>Максим</dc:creator>
  <cp:lastModifiedBy>Максим</cp:lastModifiedBy>
  <cp:revision>3</cp:revision>
  <dcterms:created xsi:type="dcterms:W3CDTF">2026-01-12T09:29:46Z</dcterms:created>
  <dcterms:modified xsi:type="dcterms:W3CDTF">2026-01-12T09:48:19Z</dcterms:modified>
</cp:coreProperties>
</file>